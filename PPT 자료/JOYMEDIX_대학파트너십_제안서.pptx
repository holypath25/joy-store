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70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sv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15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2089" y="-249500"/>
            <a:ext cx="6638544" cy="66385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40080"/>
            <a:ext cx="41148" cy="365760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62179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 BEAUTY INSIGHT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502920"/>
            <a:ext cx="566928" cy="566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232" y="178308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대학 산학협력</a:t>
            </a:r>
            <a:endParaRPr lang="en-US" sz="60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파트너십 제안</a:t>
            </a:r>
            <a:endParaRPr lang="en-US" sz="6000" dirty="0"/>
          </a:p>
        </p:txBody>
      </p:sp>
      <p:sp>
        <p:nvSpPr>
          <p:cNvPr id="7" name="Text 3"/>
          <p:cNvSpPr/>
          <p:nvPr/>
        </p:nvSpPr>
        <p:spPr>
          <a:xfrm>
            <a:off x="749808" y="4069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 </a:t>
            </a:r>
            <a:r>
              <a:rPr lang="en-US" sz="210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Beautician의</a:t>
            </a:r>
            <a:r>
              <a:rPr lang="en-US" sz="21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 </a:t>
            </a:r>
            <a:r>
              <a:rPr lang="en-US" sz="210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진출</a:t>
            </a:r>
            <a:r>
              <a:rPr lang="en-US" sz="21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endParaRPr lang="en-US" sz="2100" dirty="0">
              <a:solidFill>
                <a:srgbClr val="1F4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1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호주 워킹홀리데이 연계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931920" y="63550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Korean beauty with the world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0880" y="2743200"/>
            <a:ext cx="5120640" cy="5120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66928"/>
            <a:ext cx="41148" cy="384048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548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r>
              <a:rPr lang="en-US" sz="1500" kern="0" spc="1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The Offer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457200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07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13232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재학생</a:t>
            </a:r>
            <a:r>
              <a:rPr lang="en-US" sz="4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4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및 졸업생</a:t>
            </a:r>
            <a:r>
              <a:rPr lang="en-US" sz="4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</a:t>
            </a:r>
            <a:r>
              <a:rPr lang="ko-KR" altLang="en-US" sz="4600" b="1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</a:t>
            </a:r>
            <a:r>
              <a:rPr lang="en-US" sz="4600" b="1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클리닉</a:t>
            </a:r>
            <a:r>
              <a:rPr lang="en-US" sz="4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</a:t>
            </a:r>
            <a:endParaRPr lang="en-US" sz="4600" dirty="0"/>
          </a:p>
        </p:txBody>
      </p:sp>
      <p:sp>
        <p:nvSpPr>
          <p:cNvPr id="15" name="Text 10"/>
          <p:cNvSpPr/>
          <p:nvPr/>
        </p:nvSpPr>
        <p:spPr>
          <a:xfrm>
            <a:off x="749808" y="2286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워킹홀리데이 비자로 연결하는 해외 취업 트랙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713232" y="3246120"/>
            <a:ext cx="3456432" cy="2331720"/>
          </a:xfrm>
          <a:prstGeom prst="roundRect">
            <a:avLst>
              <a:gd name="adj" fmla="val 4706"/>
            </a:avLst>
          </a:prstGeom>
          <a:solidFill>
            <a:srgbClr val="FBF7F0"/>
          </a:solidFill>
          <a:ln w="12700">
            <a:solidFill>
              <a:srgbClr val="D9C49A"/>
            </a:solidFill>
            <a:prstDash val="solid"/>
          </a:ln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1984248" y="3538728"/>
            <a:ext cx="914400" cy="914400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1136" y="3785616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" y="4544568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대학 선발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96112" y="498348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뷰티학과 재학생·졸업생 중</a:t>
            </a:r>
            <a:endParaRPr lang="en-US" sz="13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취업 희망자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462272" y="3246120"/>
            <a:ext cx="3456432" cy="2331720"/>
          </a:xfrm>
          <a:prstGeom prst="roundRect">
            <a:avLst>
              <a:gd name="adj" fmla="val 4706"/>
            </a:avLst>
          </a:prstGeom>
          <a:solidFill>
            <a:srgbClr val="FBF7F0"/>
          </a:solidFill>
          <a:ln w="12700">
            <a:solidFill>
              <a:srgbClr val="D9C49A"/>
            </a:solidFill>
            <a:prstDash val="solid"/>
          </a:ln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5733288" y="3538728"/>
            <a:ext cx="914400" cy="914400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3785616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462272" y="4544568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 인증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4645152" y="498348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K-에스테틱 실무 기술과</a:t>
            </a:r>
            <a:endParaRPr lang="en-US" sz="13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현지 적응 교육 이수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8211312" y="3246120"/>
            <a:ext cx="3456432" cy="2331720"/>
          </a:xfrm>
          <a:prstGeom prst="roundRect">
            <a:avLst>
              <a:gd name="adj" fmla="val 4706"/>
            </a:avLst>
          </a:prstGeom>
          <a:solidFill>
            <a:srgbClr val="FBF7F0"/>
          </a:solidFill>
          <a:ln w="12700">
            <a:solidFill>
              <a:srgbClr val="D9C49A"/>
            </a:solidFill>
            <a:prstDash val="solid"/>
          </a:ln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9482328" y="3538728"/>
            <a:ext cx="914400" cy="914400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9216" y="3785616"/>
            <a:ext cx="420624" cy="4206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211312" y="4544568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호주 파견</a:t>
            </a:r>
            <a:endParaRPr lang="en-US" sz="1900" dirty="0"/>
          </a:p>
        </p:txBody>
      </p:sp>
      <p:sp>
        <p:nvSpPr>
          <p:cNvPr id="30" name="Text 22"/>
          <p:cNvSpPr/>
          <p:nvPr/>
        </p:nvSpPr>
        <p:spPr>
          <a:xfrm>
            <a:off x="8394192" y="498348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워킹홀리데이로</a:t>
            </a:r>
            <a:endParaRPr lang="en-US" sz="13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현지 클리닉 현장 투입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0880" y="2743200"/>
            <a:ext cx="5120640" cy="5120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66928"/>
            <a:ext cx="41148" cy="384048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548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r>
              <a:rPr lang="en-US" sz="1500" kern="0" spc="1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Why Australia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457200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07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13232" y="1280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호주 </a:t>
            </a:r>
            <a:r>
              <a:rPr lang="en-US" sz="4400" b="1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워킹홀리데이</a:t>
            </a:r>
            <a:r>
              <a:rPr lang="en-US" sz="4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인가</a:t>
            </a:r>
            <a:endParaRPr lang="en-US" sz="4400" dirty="0"/>
          </a:p>
        </p:txBody>
      </p:sp>
      <p:sp>
        <p:nvSpPr>
          <p:cNvPr id="15" name="Text 10"/>
          <p:cNvSpPr/>
          <p:nvPr/>
        </p:nvSpPr>
        <p:spPr>
          <a:xfrm>
            <a:off x="749808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수요와 제도가 맞아떨어지는 가장 빠른 해외 취업 경로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713232" y="2880360"/>
            <a:ext cx="658368" cy="658368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991" y="3058119"/>
            <a:ext cx="302849" cy="3028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36192" y="28620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높은 K-뷰티 수요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536192" y="32278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뷰티션 기술에 대한 현지 채용 니즈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13232" y="3867912"/>
            <a:ext cx="658368" cy="658368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991" y="4045671"/>
            <a:ext cx="302849" cy="30284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36192" y="38496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연계 클리닉 보유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536192" y="421538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호주 현지 클리닉과 직접 협력 관계 확보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713232" y="4855464"/>
            <a:ext cx="658368" cy="658368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991" y="5033223"/>
            <a:ext cx="302849" cy="30284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536192" y="483717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프리미엄 시장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1536192" y="520293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시술 단가 → 수입·경력 모두 매력적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355080" y="2743200"/>
            <a:ext cx="5257800" cy="3154680"/>
          </a:xfrm>
          <a:prstGeom prst="roundRect">
            <a:avLst>
              <a:gd name="adj" fmla="val 3478"/>
            </a:avLst>
          </a:prstGeom>
          <a:solidFill>
            <a:srgbClr val="0E2A47"/>
          </a:solidFill>
          <a:ln/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1"/>
          <p:cNvSpPr/>
          <p:nvPr/>
        </p:nvSpPr>
        <p:spPr>
          <a:xfrm>
            <a:off x="6675120" y="2971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워킹홀리데이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7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3630168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40880" y="355701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 18~30세 한국 청년 신청 가능</a:t>
            </a:r>
            <a:endParaRPr lang="en-US" sz="14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4178808"/>
            <a:ext cx="256032" cy="25603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040880" y="410565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36개월 합법 취업·체류</a:t>
            </a:r>
            <a:endParaRPr lang="en-US" sz="14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4727448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040880" y="465429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고용주 스폰서 불필요 — 빠른 시작</a:t>
            </a:r>
            <a:endParaRPr lang="en-US" sz="14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5276088"/>
            <a:ext cx="256032" cy="25603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040880" y="520293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경력과 수입을 동시에 확보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0880" y="2743200"/>
            <a:ext cx="5120640" cy="5120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66928"/>
            <a:ext cx="41148" cy="384048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548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r>
              <a:rPr lang="en-US" sz="1500" kern="0" spc="1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The Process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457200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07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13232" y="1280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프로세스</a:t>
            </a:r>
            <a:endParaRPr lang="en-US" sz="5000" dirty="0"/>
          </a:p>
        </p:txBody>
      </p:sp>
      <p:sp>
        <p:nvSpPr>
          <p:cNvPr id="15" name="Text 10"/>
          <p:cNvSpPr/>
          <p:nvPr/>
        </p:nvSpPr>
        <p:spPr>
          <a:xfrm>
            <a:off x="713232" y="2514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16" name="Shape 11"/>
          <p:cNvSpPr/>
          <p:nvPr/>
        </p:nvSpPr>
        <p:spPr>
          <a:xfrm>
            <a:off x="1828800" y="2560320"/>
            <a:ext cx="0" cy="54864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2057400" y="25146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924A"/>
                </a:solidFill>
              </a:rPr>
              <a:t>◆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514600" y="2468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선발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2542032" y="282549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뷰티학과 재학생·졸업생 중 해외 취업 희망자 모집·선발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13232" y="3300984"/>
            <a:ext cx="7863840" cy="0"/>
          </a:xfrm>
          <a:prstGeom prst="line">
            <a:avLst/>
          </a:prstGeom>
          <a:noFill/>
          <a:ln w="9525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713232" y="335584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22" name="Shape 17"/>
          <p:cNvSpPr/>
          <p:nvPr/>
        </p:nvSpPr>
        <p:spPr>
          <a:xfrm>
            <a:off x="1828800" y="3401568"/>
            <a:ext cx="0" cy="54864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2057400" y="3355848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924A"/>
                </a:solidFill>
              </a:rPr>
              <a:t>◆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514600" y="33101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교육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2542032" y="366674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K-에스테틱 실무 기술 · 영어 · 현지 문화 교육 이수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713232" y="4142232"/>
            <a:ext cx="7863840" cy="0"/>
          </a:xfrm>
          <a:prstGeom prst="line">
            <a:avLst/>
          </a:prstGeom>
          <a:noFill/>
          <a:ln w="9525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/>
          <p:nvPr/>
        </p:nvSpPr>
        <p:spPr>
          <a:xfrm>
            <a:off x="713232" y="4197096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28" name="Shape 23"/>
          <p:cNvSpPr/>
          <p:nvPr/>
        </p:nvSpPr>
        <p:spPr>
          <a:xfrm>
            <a:off x="1828800" y="4242816"/>
            <a:ext cx="0" cy="54864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/>
          <p:nvPr/>
        </p:nvSpPr>
        <p:spPr>
          <a:xfrm>
            <a:off x="2057400" y="4197096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924A"/>
                </a:solidFill>
              </a:rPr>
              <a:t>◆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2514600" y="415137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클리닉 매칭</a:t>
            </a:r>
            <a:endParaRPr lang="en-US" sz="1900" dirty="0"/>
          </a:p>
        </p:txBody>
      </p:sp>
      <p:sp>
        <p:nvSpPr>
          <p:cNvPr id="31" name="Text 26"/>
          <p:cNvSpPr/>
          <p:nvPr/>
        </p:nvSpPr>
        <p:spPr>
          <a:xfrm>
            <a:off x="2542032" y="45079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호주 현지 클리닉과 기술·조건 매칭 및 비자 준비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713232" y="4983480"/>
            <a:ext cx="7863840" cy="0"/>
          </a:xfrm>
          <a:prstGeom prst="line">
            <a:avLst/>
          </a:prstGeom>
          <a:noFill/>
          <a:ln w="9525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/>
          <p:nvPr/>
        </p:nvSpPr>
        <p:spPr>
          <a:xfrm>
            <a:off x="713232" y="503834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34" name="Shape 29"/>
          <p:cNvSpPr/>
          <p:nvPr/>
        </p:nvSpPr>
        <p:spPr>
          <a:xfrm>
            <a:off x="1828800" y="5084064"/>
            <a:ext cx="0" cy="54864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2057400" y="5038344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924A"/>
                </a:solidFill>
              </a:rPr>
              <a:t>◆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2514600" y="499262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파견 &amp; 정착</a:t>
            </a:r>
            <a:endParaRPr lang="en-US" sz="1900" dirty="0"/>
          </a:p>
        </p:txBody>
      </p:sp>
      <p:sp>
        <p:nvSpPr>
          <p:cNvPr id="37" name="Text 32"/>
          <p:cNvSpPr/>
          <p:nvPr/>
        </p:nvSpPr>
        <p:spPr>
          <a:xfrm>
            <a:off x="2542032" y="5349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호주 클리닉 현장 투입 및 현지 정착 지원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0880" y="2743200"/>
            <a:ext cx="5120640" cy="5120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66928"/>
            <a:ext cx="41148" cy="384048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548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r>
              <a:rPr lang="en-US" sz="1500" kern="0" spc="1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Shared Value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457200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07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13232" y="1234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모두에게 이로운 구조</a:t>
            </a:r>
            <a:endParaRPr lang="en-US" sz="5000" dirty="0"/>
          </a:p>
        </p:txBody>
      </p:sp>
      <p:sp>
        <p:nvSpPr>
          <p:cNvPr id="15" name="Shape 10"/>
          <p:cNvSpPr/>
          <p:nvPr/>
        </p:nvSpPr>
        <p:spPr>
          <a:xfrm>
            <a:off x="713232" y="2743200"/>
            <a:ext cx="777240" cy="777240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87" y="2953055"/>
            <a:ext cx="357530" cy="35753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783080" y="2788920"/>
            <a:ext cx="0" cy="658368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/>
          <p:nvPr/>
        </p:nvSpPr>
        <p:spPr>
          <a:xfrm>
            <a:off x="2011680" y="29032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대학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4754880" y="274320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졸업생 해외 취업률 상승 · 차별화된 취업 트랙 · 학교 브랜드 강화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13232" y="3694176"/>
            <a:ext cx="10881360" cy="0"/>
          </a:xfrm>
          <a:prstGeom prst="line">
            <a:avLst/>
          </a:prstGeom>
          <a:noFill/>
          <a:ln w="9525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713232" y="3767328"/>
            <a:ext cx="777240" cy="777240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087" y="3977183"/>
            <a:ext cx="357530" cy="35753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783080" y="3813048"/>
            <a:ext cx="0" cy="658368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/>
          <p:nvPr/>
        </p:nvSpPr>
        <p:spPr>
          <a:xfrm>
            <a:off x="2011680" y="39456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4754880" y="3767328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호주 합법 취업 기회 · K-뷰티 전문가 인증 · 경력과 수입 동시 확보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713232" y="4718304"/>
            <a:ext cx="10881360" cy="0"/>
          </a:xfrm>
          <a:prstGeom prst="line">
            <a:avLst/>
          </a:prstGeom>
          <a:noFill/>
          <a:ln w="9525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713232" y="4791456"/>
            <a:ext cx="777240" cy="777240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087" y="5001311"/>
            <a:ext cx="357530" cy="35753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783080" y="4837176"/>
            <a:ext cx="0" cy="658368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/>
          <p:nvPr/>
        </p:nvSpPr>
        <p:spPr>
          <a:xfrm>
            <a:off x="2011680" y="489204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2200" dirty="0"/>
          </a:p>
        </p:txBody>
      </p:sp>
      <p:sp>
        <p:nvSpPr>
          <p:cNvPr id="31" name="Text 23"/>
          <p:cNvSpPr/>
          <p:nvPr/>
        </p:nvSpPr>
        <p:spPr>
          <a:xfrm>
            <a:off x="4754880" y="4791456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인재 풀 · 대학 공신력 기반 신뢰 · 지속 가능한 파이프라인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0880" y="2743200"/>
            <a:ext cx="5120640" cy="5120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66928"/>
            <a:ext cx="41148" cy="384048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548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r>
              <a:rPr lang="en-US" sz="1500" kern="0" spc="1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Why JOYMEDIX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457200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07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13232" y="1234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JOYMEDIX인가</a:t>
            </a:r>
            <a:endParaRPr lang="en-US" sz="4800" dirty="0"/>
          </a:p>
        </p:txBody>
      </p:sp>
      <p:sp>
        <p:nvSpPr>
          <p:cNvPr id="15" name="Text 10"/>
          <p:cNvSpPr/>
          <p:nvPr/>
        </p:nvSpPr>
        <p:spPr>
          <a:xfrm>
            <a:off x="749808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· 제품 · 네트워크를 한 번에 갖춘 통합 파트너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1965960" y="2971800"/>
            <a:ext cx="1280160" cy="1280160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03" y="3317443"/>
            <a:ext cx="588874" cy="58887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4389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검증된 신뢰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960120" y="4892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에스테틱 제품·교육의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공급 역량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480560" y="3291840"/>
            <a:ext cx="0" cy="137160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5715000" y="2971800"/>
            <a:ext cx="1280160" cy="1280160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0643" y="3317443"/>
            <a:ext cx="588874" cy="58887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09160" y="4389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글로벌 네트워크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4709160" y="4892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1300" dirty="0" err="1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캐나다·호주</a:t>
            </a:r>
            <a:r>
              <a:rPr lang="en-US" altLang="ko-KR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</a:t>
            </a:r>
            <a:r>
              <a:rPr lang="ko-KR" alt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등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현지 클리닉 직접 연결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229600" y="3291840"/>
            <a:ext cx="0" cy="137160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9"/>
          <p:cNvSpPr/>
          <p:nvPr/>
        </p:nvSpPr>
        <p:spPr>
          <a:xfrm>
            <a:off x="9464040" y="2971800"/>
            <a:ext cx="1280160" cy="1280160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9683" y="3317443"/>
            <a:ext cx="588874" cy="58887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458200" y="4389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교육 + 인증</a:t>
            </a:r>
            <a:endParaRPr lang="en-US" sz="2200" dirty="0"/>
          </a:p>
        </p:txBody>
      </p:sp>
      <p:sp>
        <p:nvSpPr>
          <p:cNvPr id="29" name="Text 21"/>
          <p:cNvSpPr/>
          <p:nvPr/>
        </p:nvSpPr>
        <p:spPr>
          <a:xfrm>
            <a:off x="8458200" y="4892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파견 전 실무 교육과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K-뷰티 전문가 인증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360" y="2560320"/>
            <a:ext cx="5852160" cy="5852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40080"/>
            <a:ext cx="41148" cy="365760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62179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 BEAUTY INSIGHT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502920"/>
            <a:ext cx="566928" cy="566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232" y="155448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62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To be Global Beautician,</a:t>
            </a:r>
            <a:endParaRPr lang="en-US" altLang="ko-KR" sz="6200" b="1" dirty="0">
              <a:solidFill>
                <a:srgbClr val="0E2A47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US" altLang="ko-KR" sz="62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Joy</a:t>
            </a:r>
            <a:r>
              <a:rPr lang="ko-KR" altLang="en-US" sz="62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가 함께합니다</a:t>
            </a:r>
            <a:r>
              <a:rPr lang="en-US" altLang="ko-KR" sz="62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.</a:t>
            </a:r>
          </a:p>
        </p:txBody>
      </p:sp>
      <p:sp>
        <p:nvSpPr>
          <p:cNvPr id="8" name="Shape 4"/>
          <p:cNvSpPr/>
          <p:nvPr/>
        </p:nvSpPr>
        <p:spPr>
          <a:xfrm>
            <a:off x="749808" y="4526280"/>
            <a:ext cx="685800" cy="685800"/>
          </a:xfrm>
          <a:prstGeom prst="ellipse">
            <a:avLst/>
          </a:prstGeom>
          <a:solidFill>
            <a:srgbClr val="1F4D3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70916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00200" y="45262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산학협력 문의 · 파트너십 제안 환영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2572</TotalTime>
  <Words>358</Words>
  <Application>Microsoft Office PowerPoint</Application>
  <PresentationFormat>와이드스크린</PresentationFormat>
  <Paragraphs>103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JOYMEDIX 대학 파트너십 제안서</dc:title>
  <dc:subject>PptxGenJS Presentation</dc:subject>
  <dc:creator>JOYMEDIX</dc:creator>
  <cp:lastModifiedBy>Jinyoung Bae</cp:lastModifiedBy>
  <cp:revision>3</cp:revision>
  <dcterms:created xsi:type="dcterms:W3CDTF">2026-06-05T13:48:40Z</dcterms:created>
  <dcterms:modified xsi:type="dcterms:W3CDTF">2026-06-07T13:03:54Z</dcterms:modified>
</cp:coreProperties>
</file>